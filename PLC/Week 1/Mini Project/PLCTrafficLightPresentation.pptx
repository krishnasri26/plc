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5820-4E56-CCF6-7CBB-4A1D787F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A9ACC-47A3-90C8-CBE9-FBA3FBB1D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0994-8818-5557-C017-134220EB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7778-B9D8-C3BB-0E08-7C14C49A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A8B2C-B335-3F0C-E789-5452F1A1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B9AD-B3B1-F622-9B60-F583821C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371A8-FF1A-139E-6F41-30A98A0F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60F39-474D-631F-F994-4087F278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DE31-4689-F379-EDB5-20087E87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001F8-157D-095D-C08A-80A9EC2B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4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CA3A-EBD5-7149-141B-60FCFEE2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BB1FC-AB84-E5A2-9FCE-FCD3BBC9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05D4-54F4-8230-6831-7316F7C2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BFFFD-EF85-5151-4A57-8E1AE5B5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E7BE-0AB4-276A-B92E-D0821361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0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5E7B-A926-1023-02C5-194B49A1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954E9-A2EF-0791-597B-7DC3DB360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13A07-8F1C-44D9-70FB-2DB87C463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40733-093C-74D7-0843-8297309A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DC689-8D4F-51E3-FE16-AA99C651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7FA56-8D84-A05E-776A-F3C8562A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FE87-AAF9-494A-B253-B79CD4C4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A82F8-BE2C-1062-5DE4-8EB6BAB75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F2EA3-329C-6B92-7E2A-1ABBC7D1C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A88F2-E72F-50CE-D297-36E1A5027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2E48B-7483-6DE6-C4F4-A6449920F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92D4C-8BA9-37FC-BC4B-B60434FE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46E93-4BED-3E41-6441-05ACDCD1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CEEED-1298-8D3D-84F2-5EEC30D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4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2CAB-A339-431C-103E-5539CA78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A2BB7-B6F8-8E91-EF5F-8B764E67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62E55-DF06-8E68-93A0-56E3A2CB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43619-A1DA-D073-73A2-AB6D84FA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4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220F4-A07F-EECE-BAB7-4296B030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6B713-5EF1-1E22-8765-DB6858EB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CE9FF-A4E5-E56C-44CE-46EF4C69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0A64-63E6-F5CD-9661-E0C038D4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02465-70CF-7211-D396-252302442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8F0C1-3498-6A8A-456E-2A54C6C30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34990-0582-2FA8-B54B-DBFD9878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02AAA-727F-DF27-26E4-ADA38F35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72500-34D2-6372-88A5-2F3AA41C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8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1CAA-2727-F552-0950-B6A970FC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AC344-BB62-F54B-C322-42993B478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F4005-4CF8-C2C8-50EA-C907EEB42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FF2C6-7A1D-743D-B71C-67350A96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B44A-2C55-04BC-614E-E0755C46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B53DA-F954-99A4-CFD8-86F84580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B584-38CA-FD46-A3CE-4070CD5F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EF677-BDFC-C8FF-F937-7D513FDC7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690BB-8B4D-4FEA-844A-ACC66D37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384E-28DD-5A82-2583-123719F7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EEBEC-DA68-A9BA-4D77-48ED370C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4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E7845-E53D-19AD-3513-96FCC0BE4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CA185-2258-8935-6BCB-156720657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ECAB0-E5D1-B78E-5548-F1787D17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85E64-3D0E-78EA-D0F7-4D308B27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7517-CBE3-8F4B-57E2-DB49F312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B2E8-1978-900A-34E2-C5A4B5FB0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0927B-56AB-B885-65A4-825CC570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26E71-38AA-C23C-2924-A17EC78C7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86B91-E906-4C0F-9D1E-E12CC1508B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2C2F-21F3-78D2-0B68-18509CBC1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ECA84-3DDA-BDB8-95E6-308A04AF8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AC0DC-220B-4787-A100-294C0454A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865C3B-D69B-E8A2-2DC3-048F015BA5C6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FE4C5-7B67-71E6-C26F-F9797F1C2AA4}"/>
              </a:ext>
            </a:extLst>
          </p:cNvPr>
          <p:cNvSpPr txBox="1"/>
          <p:nvPr/>
        </p:nvSpPr>
        <p:spPr>
          <a:xfrm>
            <a:off x="-396033" y="1112190"/>
            <a:ext cx="9652001" cy="66684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3000" b="1" dirty="0">
                <a:solidFill>
                  <a:srgbClr val="142841"/>
                </a:solidFill>
                <a:latin typeface="Arial" panose="020B0604020202020204" pitchFamily="34" charset="0"/>
              </a:rPr>
              <a:t>PLC-BASED TRAFFIC LIGHT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D4D0D-18F3-13D3-0279-B1D1D458C8AB}"/>
              </a:ext>
            </a:extLst>
          </p:cNvPr>
          <p:cNvSpPr txBox="1"/>
          <p:nvPr/>
        </p:nvSpPr>
        <p:spPr>
          <a:xfrm>
            <a:off x="1270000" y="2967755"/>
            <a:ext cx="9652000" cy="112851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2000" dirty="0">
                <a:solidFill>
                  <a:srgbClr val="465564"/>
                </a:solidFill>
                <a:latin typeface="Arial" panose="020B0604020202020204" pitchFamily="34" charset="0"/>
              </a:rPr>
              <a:t>Mini Project Using Ladder Logic</a:t>
            </a:r>
          </a:p>
          <a:p>
            <a:pPr algn="ctr"/>
            <a:r>
              <a:rPr lang="en-US" sz="2000" dirty="0">
                <a:solidFill>
                  <a:srgbClr val="465564"/>
                </a:solidFill>
                <a:latin typeface="Arial" panose="020B0604020202020204" pitchFamily="34" charset="0"/>
              </a:rPr>
              <a:t>Green: 0-7 s | Yellow: 7-9 s | Red: 9-20 s</a:t>
            </a:r>
          </a:p>
          <a:p>
            <a:pPr algn="ctr"/>
            <a:r>
              <a:rPr lang="en-US" sz="2000" dirty="0">
                <a:solidFill>
                  <a:srgbClr val="465564"/>
                </a:solidFill>
                <a:latin typeface="Arial" panose="020B0604020202020204" pitchFamily="34" charset="0"/>
              </a:rPr>
              <a:t>Presented by: Krishna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AAAE00-15FF-C531-1896-33B435D0B762}"/>
              </a:ext>
            </a:extLst>
          </p:cNvPr>
          <p:cNvSpPr/>
          <p:nvPr/>
        </p:nvSpPr>
        <p:spPr>
          <a:xfrm>
            <a:off x="5715000" y="5905500"/>
            <a:ext cx="762000" cy="1841500"/>
          </a:xfrm>
          <a:prstGeom prst="roundRect">
            <a:avLst/>
          </a:prstGeom>
          <a:solidFill>
            <a:srgbClr val="232B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76FB30-DDF7-9943-7741-0BC17190D0EC}"/>
              </a:ext>
            </a:extLst>
          </p:cNvPr>
          <p:cNvSpPr/>
          <p:nvPr/>
        </p:nvSpPr>
        <p:spPr>
          <a:xfrm>
            <a:off x="5892800" y="6057900"/>
            <a:ext cx="406400" cy="406400"/>
          </a:xfrm>
          <a:prstGeom prst="ellipse">
            <a:avLst/>
          </a:prstGeom>
          <a:solidFill>
            <a:srgbClr val="555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8E28D4-FA65-A0A5-57B7-FC7357F29A0B}"/>
              </a:ext>
            </a:extLst>
          </p:cNvPr>
          <p:cNvSpPr/>
          <p:nvPr/>
        </p:nvSpPr>
        <p:spPr>
          <a:xfrm>
            <a:off x="5892800" y="6604000"/>
            <a:ext cx="406400" cy="406400"/>
          </a:xfrm>
          <a:prstGeom prst="ellipse">
            <a:avLst/>
          </a:prstGeom>
          <a:solidFill>
            <a:srgbClr val="555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C6C40C-778E-89C5-484F-135C8CA4FAC8}"/>
              </a:ext>
            </a:extLst>
          </p:cNvPr>
          <p:cNvSpPr/>
          <p:nvPr/>
        </p:nvSpPr>
        <p:spPr>
          <a:xfrm>
            <a:off x="5892800" y="7150100"/>
            <a:ext cx="406400" cy="406400"/>
          </a:xfrm>
          <a:prstGeom prst="ellipse">
            <a:avLst/>
          </a:prstGeom>
          <a:solidFill>
            <a:srgbClr val="555A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B99AC-F6D7-BB5E-42E3-20110B78691D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Automation Mini Project</a:t>
            </a:r>
          </a:p>
        </p:txBody>
      </p:sp>
    </p:spTree>
    <p:extLst>
      <p:ext uri="{BB962C8B-B14F-4D97-AF65-F5344CB8AC3E}">
        <p14:creationId xmlns:p14="http://schemas.microsoft.com/office/powerpoint/2010/main" val="343112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A4101-C8D6-AFB4-DCCD-B4B7C54EFFCB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1. 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8A786-C374-1EC9-E340-D10CE7311F79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CB546-950C-997E-425C-2CD63AD48D0C}"/>
              </a:ext>
            </a:extLst>
          </p:cNvPr>
          <p:cNvSpPr txBox="1"/>
          <p:nvPr/>
        </p:nvSpPr>
        <p:spPr>
          <a:xfrm>
            <a:off x="825500" y="1460500"/>
            <a:ext cx="10541000" cy="214417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Traffic signals control vehicle movement at road intersections.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Manual switching is inefficient and may cause human errors.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A PLC can automate the traffic light sequence using timers.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The system repeats the sequence continuously.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A Stop input is provided to stop the demonstration system.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D2C4A-1D36-A291-F0EC-6063874B1DFE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287341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DFA49-4CBE-9E3E-752A-A1D38DF50F4A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2. Project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436342-09B1-5FEC-19E6-5EBA3BFEEB56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5DA66-00D4-C9B7-58F0-3D3D4A1C858C}"/>
              </a:ext>
            </a:extLst>
          </p:cNvPr>
          <p:cNvSpPr txBox="1"/>
          <p:nvPr/>
        </p:nvSpPr>
        <p:spPr>
          <a:xfrm>
            <a:off x="825500" y="1460500"/>
            <a:ext cx="10541000" cy="214417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Understand PLC-based automation.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Develop a simple Ladder Logic program.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Control three lamps using digital outputs.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Use on-delay timers to control signal duration.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Test the sequence using a PLC simulator.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B6118-7BA5-4B2D-7479-05FCF61E5164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158097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EECE5-FA70-167A-9EE4-5284F933A0CB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3. Required Inputs and Outputs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D5C18-3FC4-3940-B063-9BEF446FD6BF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8E6F8-BFC6-7EC8-8B7D-4950B5C691CE}"/>
              </a:ext>
            </a:extLst>
          </p:cNvPr>
          <p:cNvSpPr txBox="1"/>
          <p:nvPr/>
        </p:nvSpPr>
        <p:spPr>
          <a:xfrm>
            <a:off x="825500" y="1460500"/>
            <a:ext cx="10541000" cy="31136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INPUTS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I0.0 - Start push button (normally open).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I0.1 - Stop circuit healthy (normally closed button).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OUTPUTS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Q0.0 - Green lamp: GO.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Q0.1 - Yellow lamp: CAUTION.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Q0.2 - Red lamp: STOP.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63D69-233B-CF0A-5BE9-8E22333E3E0E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237121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29EE3-C574-559D-FB98-7D7B5DD2ECCC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4. PLC I/O Address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82EDB-3CDA-140D-A213-53E078022F57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1E2D4-51B5-2C3F-642F-4A537B194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92857"/>
              </p:ext>
            </p:extLst>
          </p:nvPr>
        </p:nvGraphicFramePr>
        <p:xfrm>
          <a:off x="571500" y="1155180"/>
          <a:ext cx="7686093" cy="368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031">
                  <a:extLst>
                    <a:ext uri="{9D8B030D-6E8A-4147-A177-3AD203B41FA5}">
                      <a16:colId xmlns:a16="http://schemas.microsoft.com/office/drawing/2014/main" val="2056531313"/>
                    </a:ext>
                  </a:extLst>
                </a:gridCol>
                <a:gridCol w="2562031">
                  <a:extLst>
                    <a:ext uri="{9D8B030D-6E8A-4147-A177-3AD203B41FA5}">
                      <a16:colId xmlns:a16="http://schemas.microsoft.com/office/drawing/2014/main" val="548155256"/>
                    </a:ext>
                  </a:extLst>
                </a:gridCol>
                <a:gridCol w="2562031">
                  <a:extLst>
                    <a:ext uri="{9D8B030D-6E8A-4147-A177-3AD203B41FA5}">
                      <a16:colId xmlns:a16="http://schemas.microsoft.com/office/drawing/2014/main" val="1938604824"/>
                    </a:ext>
                  </a:extLst>
                </a:gridCol>
              </a:tblGrid>
              <a:tr h="525736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Device</a:t>
                      </a:r>
                    </a:p>
                  </a:txBody>
                  <a:tcPr marL="101600" anchor="ctr">
                    <a:solidFill>
                      <a:srgbClr val="006E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Address</a:t>
                      </a:r>
                    </a:p>
                  </a:txBody>
                  <a:tcPr marL="101600" anchor="ctr">
                    <a:solidFill>
                      <a:srgbClr val="006E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Function</a:t>
                      </a:r>
                    </a:p>
                  </a:txBody>
                  <a:tcPr marL="101600" anchor="ctr">
                    <a:solidFill>
                      <a:srgbClr val="006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354992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Start button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I0.0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Digital input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40963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Stop circuit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I0.1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Digital input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388854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Green lamp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Q0.0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Digital output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763192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Yellow lamp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Q0.1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Digital output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29217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Red lamp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Q0.2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Digital output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944588"/>
                  </a:ext>
                </a:extLst>
              </a:tr>
              <a:tr h="525736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Phase memory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M0.1-M0.3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283746"/>
                          </a:solidFill>
                          <a:latin typeface="Arial" panose="020B0604020202020204" pitchFamily="34" charset="0"/>
                        </a:rPr>
                        <a:t>Internal bits</a:t>
                      </a:r>
                    </a:p>
                  </a:txBody>
                  <a:tcPr marL="101600" anchor="ctr">
                    <a:solidFill>
                      <a:srgbClr val="EB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5463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E3907D-D92F-8DCE-2E09-6C478DCEFFA1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Example addresses - adapt to the selected PLC</a:t>
            </a:r>
          </a:p>
        </p:txBody>
      </p:sp>
    </p:spTree>
    <p:extLst>
      <p:ext uri="{BB962C8B-B14F-4D97-AF65-F5344CB8AC3E}">
        <p14:creationId xmlns:p14="http://schemas.microsoft.com/office/powerpoint/2010/main" val="92578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5C4DF-BAA2-D28E-1FE7-686E96B759D1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5. Traffic Light Timing Sequence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178CE-3F59-C749-ED3F-8968EFF1FF95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AAFE2-0BEE-F2E7-A295-65B0407BD788}"/>
              </a:ext>
            </a:extLst>
          </p:cNvPr>
          <p:cNvSpPr txBox="1"/>
          <p:nvPr/>
        </p:nvSpPr>
        <p:spPr>
          <a:xfrm>
            <a:off x="1079500" y="1479162"/>
            <a:ext cx="10541000" cy="246734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0-7 seconds: GREEN lamp ON (7 seconds).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7-9 seconds: YELLOW lamp ON (2 seconds).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9-20 seconds: RED lamp ON (11 seconds).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At 20 seconds, return to GREEN and repeat.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Total cycle time = 7 + 2 + 11 = 20 seconds.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Repeat the Process</a:t>
            </a:r>
          </a:p>
          <a:p>
            <a:endParaRPr lang="en-US" sz="2100" dirty="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3FF3C-2BD1-123A-F716-4C84865D8043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205319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19792-2788-6C18-BB32-5C0F05DF43C1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6. Ladder Logic Program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89B94-6E8A-6427-5E46-FF87BD3D48E6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443A8-1D97-607C-9FD7-BCC9D4B3766B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Conceptual Ladder Logic - adapt timer syntax to your PLC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5408A-518C-D602-570E-077AA1F1C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975" y="1297017"/>
            <a:ext cx="7258049" cy="34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5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1BD38-9CF4-971D-A7C3-D735ED2E0F0F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7. Working Principle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DA051-168F-BF97-1C8E-24A56929E38F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1D513-9023-DBB7-FA81-4BFC05555EDD}"/>
              </a:ext>
            </a:extLst>
          </p:cNvPr>
          <p:cNvSpPr txBox="1"/>
          <p:nvPr/>
        </p:nvSpPr>
        <p:spPr>
          <a:xfrm>
            <a:off x="825500" y="1460500"/>
            <a:ext cx="10541000" cy="246734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1. Press Start to set the system RUN bit.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2. Activate Green and start timer T1 for 7 seconds.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3. When T1 finishes, switch to Yellow for 2 seconds.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4. When T2 finishes, switch to Red for 11 seconds.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5. When T3 finishes, switch back to Green.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6. Repeats the process from start to zero.</a:t>
            </a:r>
          </a:p>
          <a:p>
            <a:endParaRPr lang="en-US" sz="2100" dirty="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B27D9-239A-FFA8-304F-04A3397CD8D9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155221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FA2050-E797-AEC7-18D5-D480E6A55D74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8. Simulation and Testing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903F67-420E-0712-5D97-973F0C9854D4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89B7C-246A-30DC-927A-8080B65A3876}"/>
              </a:ext>
            </a:extLst>
          </p:cNvPr>
          <p:cNvSpPr txBox="1"/>
          <p:nvPr/>
        </p:nvSpPr>
        <p:spPr>
          <a:xfrm>
            <a:off x="722863" y="1854830"/>
            <a:ext cx="10541000" cy="1821011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Test 1: Press Start - Green lamp turns ON.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Test 2: At 7 seconds - Yellow lamp turns ON.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Test 3: At 9 seconds - Red lamp turns ON.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Test 4: At 20 seconds - Green turns ON again.</a:t>
            </a:r>
          </a:p>
          <a:p>
            <a:r>
              <a:rPr lang="en-US" sz="2100" dirty="0">
                <a:solidFill>
                  <a:srgbClr val="2D3A4B"/>
                </a:solidFill>
                <a:latin typeface="Arial" panose="020B0604020202020204" pitchFamily="34" charset="0"/>
              </a:rPr>
              <a:t>•  Test 5: Repeat.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6D632-629B-C3D8-9712-4D8E96242CDF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198300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1FDC6-1560-6359-C3F6-0BECE3942E64}"/>
              </a:ext>
            </a:extLst>
          </p:cNvPr>
          <p:cNvSpPr txBox="1"/>
          <p:nvPr/>
        </p:nvSpPr>
        <p:spPr>
          <a:xfrm>
            <a:off x="571500" y="317500"/>
            <a:ext cx="11049000" cy="62068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700" b="1">
                <a:solidFill>
                  <a:srgbClr val="005A6E"/>
                </a:solidFill>
                <a:latin typeface="Arial" panose="020B0604020202020204" pitchFamily="34" charset="0"/>
              </a:rPr>
              <a:t>9. Expected Result and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75361-A656-86C3-2829-E3BEFE91FB37}"/>
              </a:ext>
            </a:extLst>
          </p:cNvPr>
          <p:cNvSpPr/>
          <p:nvPr/>
        </p:nvSpPr>
        <p:spPr>
          <a:xfrm>
            <a:off x="571500" y="1092200"/>
            <a:ext cx="1905000" cy="50800"/>
          </a:xfrm>
          <a:prstGeom prst="rect">
            <a:avLst/>
          </a:prstGeom>
          <a:solidFill>
            <a:srgbClr val="00B4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96C9A-0262-853D-222A-9DDD29AC3AD9}"/>
              </a:ext>
            </a:extLst>
          </p:cNvPr>
          <p:cNvSpPr txBox="1"/>
          <p:nvPr/>
        </p:nvSpPr>
        <p:spPr>
          <a:xfrm>
            <a:off x="825500" y="1460500"/>
            <a:ext cx="10541000" cy="343683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Automatic traffic light operation using a PLC.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Green duration: 7 seconds.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Yellow duration: 2 seconds.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Red duration: 11 seconds.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Continuous cycle duration: 20 seconds.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The project demonstrates timers, memory bits, inputs, outputs,</a:t>
            </a: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and sequential control using Ladder Logic.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  <a:p>
            <a:r>
              <a:rPr lang="en-US" sz="2100">
                <a:solidFill>
                  <a:srgbClr val="2D3A4B"/>
                </a:solidFill>
                <a:latin typeface="Arial" panose="020B0604020202020204" pitchFamily="34" charset="0"/>
              </a:rPr>
              <a:t>•  THANK YOU</a:t>
            </a:r>
          </a:p>
          <a:p>
            <a:endParaRPr lang="en-US" sz="2100">
              <a:solidFill>
                <a:srgbClr val="2D3A4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0C211-5E60-6B3C-8F1F-10C08AD59826}"/>
              </a:ext>
            </a:extLst>
          </p:cNvPr>
          <p:cNvSpPr txBox="1"/>
          <p:nvPr/>
        </p:nvSpPr>
        <p:spPr>
          <a:xfrm>
            <a:off x="571500" y="6413500"/>
            <a:ext cx="11049000" cy="35907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US" sz="1000">
                <a:solidFill>
                  <a:srgbClr val="737D87"/>
                </a:solidFill>
                <a:latin typeface="Arial" panose="020B0604020202020204" pitchFamily="34" charset="0"/>
              </a:rPr>
              <a:t>PLC Traffic Light Control</a:t>
            </a:r>
          </a:p>
        </p:txBody>
      </p:sp>
    </p:spTree>
    <p:extLst>
      <p:ext uri="{BB962C8B-B14F-4D97-AF65-F5344CB8AC3E}">
        <p14:creationId xmlns:p14="http://schemas.microsoft.com/office/powerpoint/2010/main" val="92131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On-screen Show (16:9)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perfect</dc:creator>
  <cp:lastModifiedBy>perfect</cp:lastModifiedBy>
  <cp:revision>1</cp:revision>
  <dcterms:created xsi:type="dcterms:W3CDTF">2026-10-12T09:37:00Z</dcterms:created>
  <dcterms:modified xsi:type="dcterms:W3CDTF">2026-10-12T09:38:14Z</dcterms:modified>
</cp:coreProperties>
</file>